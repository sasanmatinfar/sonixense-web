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822960"/>
            <a:ext cx="3108960" cy="60624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651760"/>
            <a:ext cx="9601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7F7F5"/>
                </a:solidFill>
                <a:latin typeface="Manrope"/>
              </a:rPr>
              <a:t>Presentation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77639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8C9CA1"/>
                </a:solidFill>
                <a:latin typeface="Inter"/>
              </a:rPr>
              <a:t>Subtitle or one-line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C9CA1"/>
                </a:solidFill>
                <a:latin typeface="IBM Plex Mono"/>
              </a:rPr>
              <a:t>sonixense.com</a:t>
            </a:r>
          </a:p>
        </p:txBody>
      </p:sp>
      <p:pic>
        <p:nvPicPr>
          <p:cNvPr id="6" name="Picture 5" descr="ru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75704"/>
            <a:ext cx="12191695" cy="822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60120"/>
            <a:ext cx="882058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74320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7F7F5"/>
                </a:solidFill>
                <a:latin typeface="Manrope"/>
              </a:rPr>
              <a:t>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8C9CA1"/>
                </a:solidFill>
                <a:latin typeface="Inter"/>
              </a:rPr>
              <a:t>What this section covers</a:t>
            </a:r>
          </a:p>
        </p:txBody>
      </p:sp>
      <p:pic>
        <p:nvPicPr>
          <p:cNvPr id="5" name="Picture 4" descr="ru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75704"/>
            <a:ext cx="12191695" cy="822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57200"/>
            <a:ext cx="1737360" cy="33878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146304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E2F38"/>
                </a:solidFill>
                <a:latin typeface="Manrope"/>
              </a:rPr>
              <a:t>Slide headline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68880"/>
            <a:ext cx="49377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0E2F38"/>
                </a:solidFill>
                <a:latin typeface="Inter"/>
              </a:rPr>
              <a:t>Body text sits in Inter at 15 pt.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0E2F38"/>
                </a:solidFill>
                <a:latin typeface="Inter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0E2F38"/>
                </a:solidFill>
                <a:latin typeface="Inter"/>
              </a:rPr>
              <a:t>• One idea per bullet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0E2F38"/>
                </a:solidFill>
                <a:latin typeface="Inter"/>
              </a:rPr>
              <a:t>• Keep to five lines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0E2F38"/>
                </a:solidFill>
                <a:latin typeface="Inter"/>
              </a:rPr>
              <a:t>• Numbers in IBM Plex Mono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2468880"/>
            <a:ext cx="50292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E75"/>
                </a:solidFill>
                <a:latin typeface="Inter"/>
              </a:rPr>
              <a:t>Second column, or an image / chart in this space.</a:t>
            </a:r>
          </a:p>
        </p:txBody>
      </p:sp>
      <p:pic>
        <p:nvPicPr>
          <p:cNvPr id="6" name="Picture 5" descr="ru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03136"/>
            <a:ext cx="12191695" cy="548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2194560"/>
            <a:ext cx="97840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0E2F38"/>
                </a:solidFill>
                <a:latin typeface="Manrope"/>
              </a:rPr>
              <a:t>A single sentence, set large,</a:t>
            </a:r>
          </a:p>
          <a:p>
            <a:pPr algn="l">
              <a:lnSpc>
                <a:spcPct val="125000"/>
              </a:lnSpc>
            </a:pPr>
            <a:r>
              <a:rPr sz="3400" b="1">
                <a:solidFill>
                  <a:srgbClr val="0E2F38"/>
                </a:solidFill>
                <a:latin typeface="Manrope"/>
              </a:rPr>
              <a:t>carries a slide on its own.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466344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C6E75"/>
                </a:solidFill>
                <a:latin typeface="Inter"/>
              </a:rPr>
              <a:t>— attribution or source</a:t>
            </a:r>
          </a:p>
        </p:txBody>
      </p:sp>
      <p:pic>
        <p:nvPicPr>
          <p:cNvPr id="4" name="Picture 3" descr="r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03136"/>
            <a:ext cx="12191695" cy="548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57200"/>
            <a:ext cx="1737360" cy="33878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146304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E2F38"/>
                </a:solidFill>
                <a:latin typeface="Manrope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4A3F60"/>
                </a:solidFill>
                <a:latin typeface="Manrope"/>
              </a:rPr>
              <a:t>98.2 %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576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C6E75"/>
                </a:solidFill>
                <a:latin typeface="Inter"/>
              </a:rPr>
              <a:t>Detection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56032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A75B84"/>
                </a:solidFill>
                <a:latin typeface="Manrope"/>
              </a:rPr>
              <a:t>&lt; 40 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36576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C6E75"/>
                </a:solidFill>
                <a:latin typeface="Inter"/>
              </a:rPr>
              <a:t>Latency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256032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B04A2C"/>
                </a:solidFill>
                <a:latin typeface="Manrope"/>
              </a:rPr>
              <a:t>3.1×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36576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C6E75"/>
                </a:solidFill>
                <a:latin typeface="Inter"/>
              </a:rPr>
              <a:t>Faster read</a:t>
            </a:r>
          </a:p>
        </p:txBody>
      </p:sp>
      <p:pic>
        <p:nvPicPr>
          <p:cNvPr id="10" name="Picture 9" descr="ru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03136"/>
            <a:ext cx="12191695" cy="548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743200"/>
            <a:ext cx="3749039" cy="7310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420624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8C9CA1"/>
                </a:solidFill>
                <a:latin typeface="IBM Plex Mono"/>
              </a:rPr>
              <a:t>sasan@sonixense.com    ·    sonixense.com</a:t>
            </a:r>
          </a:p>
        </p:txBody>
      </p:sp>
      <p:pic>
        <p:nvPicPr>
          <p:cNvPr id="4" name="Picture 3" descr="ru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75704"/>
            <a:ext cx="12191695" cy="822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